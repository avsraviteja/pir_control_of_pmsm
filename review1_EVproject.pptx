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DCE2-FB51-B543-108C-E0D2958FA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83748-A0E0-D2B5-3453-65BC91869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58441-E665-90E5-3ABE-1829577B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5897-AFD9-3E4F-5980-3EBC0B7A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53AC0-1F37-7575-01F1-B9FCEA28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648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A35C-DCD5-8EC0-AC42-0DA17862C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CEB6F-6DB4-5919-45D6-0BC71FCD7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26836-8165-4EEB-C03D-45F540282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C0170-BFBD-B1C6-29FA-BBEB8997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CEB5A-B7BC-FEEB-D8E5-61EA54E09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74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5B75C-B79C-CF4C-0547-27692F30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EDEC9-83CB-1DDA-7B15-369099A0C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E95AA-E742-CA8B-DF0A-0886A3B1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DACA0-433D-B561-601D-14593659A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93243-B560-57D4-7EF9-465A05A6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50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15882-6372-9AF1-792B-C4866F3B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1AADE-DF49-502F-7ADF-0C06B4F58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6536D-E89A-AC7C-A432-FDC5C18DA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D317A-16D8-E364-D2DD-D5B61B3C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A7FBE-0DF0-6AEE-D83C-84AC0924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8BC14-1C67-61FD-A096-88079F9F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5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936B-7CDA-E72A-AA2B-E30B4F39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639C-F3DA-5849-CF9E-1A7CBA147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366EF-F00B-209C-9E27-6AE46EF66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6B017-EA85-62F8-52EB-3D0A85521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85639A-FD3D-E861-781E-9AC31A10B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7CEE6-E320-65FE-C579-7DE4C5C1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677F5-0F0A-E9DC-3297-99C00816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4AA719-FA13-00F2-AF6C-D9172C75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855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2142-83F7-A553-82B6-67A8D56C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4A254-F7C0-A821-FF78-A4622DD52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468F5-2CC7-4B67-624A-FD7993A1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29410-52E0-0BEF-AA29-2D965CF9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41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0A5DA-AA76-0356-A1B2-E0417813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F321A-A1A3-9BE2-9FC3-94DEB62B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23EF2-0766-7E48-1EFE-AA821A241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55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73AB4-CD84-4AB4-A587-5A768596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4C84C-D25A-F112-9A07-46CCDF939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B0B87-7031-7944-1658-8CE1781AF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8FB84-9BD8-C37C-F0AA-FF21C0D5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A0B88-9427-B0D0-00B2-E07B08BD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D2CD7-99D3-EDA7-F3ED-32D4CC0F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848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F0DE-8BF3-7BFC-45B7-1B21B457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DD74C0-EECF-E9FA-470B-9ADEBBBC2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EA173-8D09-EDE2-46D6-1ECB15B54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7F1E7-32B4-B944-D6E9-A9CB2732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8C7C2-F17F-2916-84D2-1F93728A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8C095-B0B4-86AC-8847-F9A109B0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30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BB676-CDB8-4F13-7C44-C7296A81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EA84D-E741-4BF6-7ED2-FAD01EE19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634DC-2021-9447-4A88-9AC6BBFB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66727-D7F1-98BB-194B-520D1163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EE70F-5AB9-2904-9181-4B7FEDEC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584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CDF23-FEBB-6BF5-6F45-AD4C81BA3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646F1-9F17-55E7-8D5C-594D49C52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B062D-F1ED-3A0A-0AAB-6DB7F7E0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BA352-C68B-6BC5-FD6A-947B312DB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8F6CF-75BF-561A-04D5-7E305B95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250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B36C3-02FA-868F-658A-9E8FB11D9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BFBDF-1017-DCCC-14ED-8EA16B63F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98EBD-42A7-B601-2F36-4AAEA27D6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038EB-406C-4069-8B7C-654DC96FA272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18BBC-2DEE-C4A4-CD8A-2EBAFDB1C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C0B6E-3375-05B1-9C2A-F958C9647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AB2A4-D1F5-4831-8B88-FE7E3F13C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57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5014B-0AB8-3AB8-B790-868E8A0BF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581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PIR-Based Torque Ripple Reduction in PMSM Traction Motors for Electric Vehicles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A7A5F-5657-DE41-0B57-1FE7235C4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6924"/>
            <a:ext cx="9144000" cy="1655762"/>
          </a:xfrm>
        </p:spPr>
        <p:txBody>
          <a:bodyPr>
            <a:normAutofit fontScale="85000" lnSpcReduction="20000"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AVS Ravi Teja – 23BEE0077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BEEE416L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Electric Vehicles</a:t>
            </a:r>
          </a:p>
        </p:txBody>
      </p:sp>
    </p:spTree>
    <p:extLst>
      <p:ext uri="{BB962C8B-B14F-4D97-AF65-F5344CB8AC3E}">
        <p14:creationId xmlns:p14="http://schemas.microsoft.com/office/powerpoint/2010/main" val="154506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F744-2BFE-B27D-D682-CAD36893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69F39-B843-4EE3-6D7E-D3BAFC3054A5}"/>
              </a:ext>
            </a:extLst>
          </p:cNvPr>
          <p:cNvSpPr txBox="1"/>
          <p:nvPr/>
        </p:nvSpPr>
        <p:spPr>
          <a:xfrm>
            <a:off x="838200" y="1916264"/>
            <a:ext cx="10515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Proportional-Integral-Resonant (PIR) current controller for an Interior Permanent Magnet Synchronous Motor (IPMSM) used in electric vehicle traction drives to minimize periodic torque ripple caused by cogging torque and inverter dead-time nonlinearity. By introducing resonant compensation at the dominant 6th-harmonic ripple frequency (6ωe), the controller improves torque smoothness and drivetrain NVH performance, particularly during low-speed and regenerative-to-motoring transitions, without increasing the underlying PI controller's bandwidth.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controller performance under simulated variable-speed operation, including electrical-frequency reversals, ensuring the resonant frequency (6ωe) tracks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loss of stability.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robustness to motor parameter variations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flux linkage) and current-sensor inaccuracies to confirm reliable ripple suppression under non-ideal conditions.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Quantify torque ripple reduction using FFT-based analysis, benchmarking PIR performance against a conventional PI current controller.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603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176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PIR-Based Torque Ripple Reduction in PMSM Traction Motors for Electric Vehicles</vt:lpstr>
      <vt:lpstr>Objective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teja Andavolu</dc:creator>
  <cp:lastModifiedBy>Ravi teja Andavolu</cp:lastModifiedBy>
  <cp:revision>2</cp:revision>
  <dcterms:created xsi:type="dcterms:W3CDTF">2026-09-10T03:38:54Z</dcterms:created>
  <dcterms:modified xsi:type="dcterms:W3CDTF">2026-09-10T06:05:09Z</dcterms:modified>
</cp:coreProperties>
</file>